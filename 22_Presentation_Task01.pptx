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3F3F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3F3F7"/>
                </a:solidFill>
                <a:latin typeface="Arial"/>
              </a:rPr>
              <a:t>Account status (1,000 simulated users)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3F3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</c:v>
                  </c:pt>
                  <c:pt idx="1">
                    <c:v>Inactive</c:v>
                  </c:pt>
                  <c:pt idx="2">
                    <c:v>Suspended</c:v>
                  </c:pt>
                  <c:pt idx="3">
                    <c:v>Pending verification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568</c:v>
                </c:pt>
                <c:pt idx="1">
                  <c:v>283</c:v>
                </c:pt>
                <c:pt idx="2">
                  <c:v>77</c:v>
                </c:pt>
                <c:pt idx="3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3F3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F3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task: VELOOP has no production data yet, so the project designs what to collect, how to structure it and how to trust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labelled Confirmed, Proposed or To Be Verified. No proposed event is claimed to exist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0B0B12"/>
          </a:solidFill>
          <a:ln w="762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2588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VELOOP REWARDS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Analytics Blueprint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data foundation before the data exists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Internship - Task 01  |  Iqra Siddiqui (VLRINT202601918)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shown is SIMULATED and is not actual VELOOP data.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data problem, not the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- not actual VELOOP data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85516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data yet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VELOOP is still in development, so there is nothing real to analyse.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965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985516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unknowns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IDs, wallet ledger and referral rules are unverified.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965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985516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testing the design, never for performance claims.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goal is a reliable, traceable foundation: what to collect, how to structure it, how to trust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THE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built: 21 deliverables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- not actual VELOOP data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22402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544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events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83080"/>
            <a:ext cx="22402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42544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 fields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783080"/>
            <a:ext cx="22402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42544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defined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383280"/>
            <a:ext cx="22402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2564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issues found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2461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3383280"/>
            <a:ext cx="22402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02564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 rules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2461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3383280"/>
            <a:ext cx="22402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02564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visuals specified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FINDINGS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simulated Users data showed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- not actual VELOOP data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03520" y="1554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files share user IDs but describe different people: never join them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2331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sheet: 8 duplicate rows, 9 missing values, 1 malformed date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3108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users have sessions but no login; 34 have consent Pending but marketing opt-in Yes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3886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referral link or wallet ledger in the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THE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is designed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- not actual VELOOP data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Event naming: object_action (task_completed)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214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Reward credited is not the same as activity occurred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883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Withdrawal lifecycle: requested, review, completed or rejected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552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Referral: created, registered, activated, converted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8221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Quality controls placed at every pipeline layer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DASHBOARD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prototype (simulated data)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- not actual VELOOP data</a:t>
            </a:r>
            <a:endParaRPr lang="en-US" sz="800" dirty="0"/>
          </a:p>
        </p:txBody>
      </p:sp>
      <p:pic>
        <p:nvPicPr>
          <p:cNvPr id="5" name="Image 0" descr="dash_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3383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7784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acquisition source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Registrations, verification, onboarding, consent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mix, devices, top states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panel built 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targets or success claims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WHAT IS NEXT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- not actual VELOOP data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6207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01 data had the Users sheet only. Wallet, Withdrawals, Rewards and Referrals KPIs are designed but not tested.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15151F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91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86207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to verify events and IDs. Re-run profiling when the missing sheets arrive. Replace simulated data with governed production data.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VELOOP Rewards - Task 01 Analytics Blueprint</dc:title>
  <dc:subject>PptxGenJS Presentation</dc:subject>
  <dc:creator>Iqra Siddiqui</dc:creator>
  <cp:lastModifiedBy>Iqra Siddiqui</cp:lastModifiedBy>
  <cp:revision>1</cp:revision>
  <dcterms:created xsi:type="dcterms:W3CDTF">2026-10-19T15:09:31Z</dcterms:created>
  <dcterms:modified xsi:type="dcterms:W3CDTF">2026-10-19T15:09:31Z</dcterms:modified>
</cp:coreProperties>
</file>